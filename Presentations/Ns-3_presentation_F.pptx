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84" r:id="rId7"/>
    <p:sldId id="289" r:id="rId8"/>
    <p:sldId id="279" r:id="rId9"/>
    <p:sldId id="282" r:id="rId10"/>
    <p:sldId id="283" r:id="rId11"/>
    <p:sldId id="278" r:id="rId12"/>
    <p:sldId id="287" r:id="rId13"/>
    <p:sldId id="290" r:id="rId14"/>
    <p:sldId id="286" r:id="rId15"/>
    <p:sldId id="288" r:id="rId16"/>
    <p:sldId id="281" r:id="rId17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4/11/2025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4/11/2025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etworksimulationtools.com/how-to-run-netanim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Προσομοίωση λειτουργίας μιας σύνδεσης </a:t>
            </a:r>
            <a:r>
              <a:rPr lang="en-US" dirty="0"/>
              <a:t> point to point </a:t>
            </a:r>
            <a:r>
              <a:rPr lang="el-GR" dirty="0"/>
              <a:t>χρησιμοποιώντας το </a:t>
            </a:r>
            <a:r>
              <a:rPr lang="en-US" dirty="0"/>
              <a:t>NS-3</a:t>
            </a:r>
            <a:r>
              <a:rPr lang="el-GR" dirty="0"/>
              <a:t>, στην οποία στέλνονται πακέτα από το έναν κόμβο στον άλλον </a:t>
            </a:r>
          </a:p>
          <a:p>
            <a:pPr marL="0" indent="0" algn="just">
              <a:buNone/>
            </a:pPr>
            <a:endParaRPr lang="en-US" sz="1200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H </a:t>
            </a:r>
            <a:r>
              <a:rPr lang="el-GR" dirty="0"/>
              <a:t>προσομοίωση θα χωρίζεται βασικά σε δύο μέρη </a:t>
            </a:r>
            <a:r>
              <a:rPr lang="en-US" dirty="0"/>
              <a:t>:</a:t>
            </a:r>
            <a:endParaRPr lang="el-GR" dirty="0"/>
          </a:p>
          <a:p>
            <a:pPr marL="0" indent="0" algn="just">
              <a:buNone/>
            </a:pPr>
            <a:endParaRPr lang="en-US" sz="1000" dirty="0"/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(2)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241" y="2182483"/>
            <a:ext cx="11457992" cy="36144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6C17167-0FCF-48D1-8D35-A3B397602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z="5400" b="1" dirty="0" err="1"/>
              <a:t>Κυριο</a:t>
            </a:r>
            <a:r>
              <a:rPr lang="el-GR" sz="5400" b="1" dirty="0"/>
              <a:t> </a:t>
            </a:r>
            <a:r>
              <a:rPr lang="el-GR" sz="5400" b="1" dirty="0" err="1"/>
              <a:t>θεμα</a:t>
            </a:r>
            <a:r>
              <a:rPr lang="el-GR" sz="5400" b="1" dirty="0"/>
              <a:t> της </a:t>
            </a:r>
            <a:r>
              <a:rPr lang="el-GR" sz="5400" b="1" dirty="0" err="1"/>
              <a:t>εργασιασ</a:t>
            </a:r>
            <a:r>
              <a:rPr lang="el-GR" sz="5400" b="1" dirty="0"/>
              <a:t> (3)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C25AA44-A744-4CDE-8CD1-73BA1F80A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Πιο συγκεκριμένα για το δεύτερο ερώτημα της εργασίας</a:t>
            </a:r>
            <a:r>
              <a:rPr lang="en-US" dirty="0"/>
              <a:t>: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51460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/>
          <a:lstStyle/>
          <a:p>
            <a:r>
              <a:rPr lang="el-GR" sz="4800" b="1" dirty="0"/>
              <a:t>ΒΗΜΑΤΑ</a:t>
            </a:r>
            <a:r>
              <a:rPr lang="el-GR" b="1" dirty="0"/>
              <a:t> ΥΛΟΠΟΙΗΣΗΣ ΤΗΣ ΕΡΓΑΣΙΑΣ</a:t>
            </a:r>
            <a:r>
              <a:rPr lang="en-US" b="1" dirty="0"/>
              <a:t> 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Χρησιμοποιήσαμε τα εξής εργαλεία για την υλοποίηση της άσκησης :</a:t>
            </a:r>
            <a:br>
              <a:rPr lang="el-GR" dirty="0"/>
            </a:br>
            <a:r>
              <a:rPr lang="el-GR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VMware Workstation Pro</a:t>
            </a:r>
            <a:r>
              <a:rPr lang="el-GR" dirty="0"/>
              <a:t> για το </a:t>
            </a:r>
            <a:r>
              <a:rPr lang="en-US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Discord </a:t>
            </a:r>
            <a:r>
              <a:rPr lang="el-GR" dirty="0"/>
              <a:t>και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l-GR" dirty="0"/>
              <a:t>για την επικοινωνία και τον συγχρονισμό των μελών της ομάδας.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Drawio</a:t>
            </a:r>
            <a:r>
              <a:rPr lang="en-US" dirty="0"/>
              <a:t> </a:t>
            </a:r>
            <a:r>
              <a:rPr lang="el-GR" dirty="0"/>
              <a:t>για την υλοποίηση σχεδιαγραμμάτων/τοπολογίας.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617" y="4618273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42" y="4316771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5" y="4777843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99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1357594" cy="1338942"/>
          </a:xfrm>
        </p:spPr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</a:t>
            </a:r>
            <a:r>
              <a:rPr lang="el-GR" b="1" dirty="0"/>
              <a:t>2</a:t>
            </a:r>
            <a:r>
              <a:rPr lang="en-US" b="1" dirty="0"/>
              <a:t>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319962"/>
            <a:ext cx="6567466" cy="4419797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internet stack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CBR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packet sink</a:t>
            </a:r>
          </a:p>
          <a:p>
            <a:pPr>
              <a:buFont typeface="Arial" panose="020B0604020202020204" pitchFamily="34" charset="0"/>
              <a:buChar char="•"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</a:t>
            </a:r>
            <a:r>
              <a:rPr lang="el-GR" dirty="0" err="1"/>
              <a:t>εργασίας,η</a:t>
            </a:r>
            <a:r>
              <a:rPr lang="el-GR" dirty="0"/>
              <a:t>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(2)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035525"/>
            <a:ext cx="9136748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l-GR" altLang="el-GR" sz="1800" b="1" dirty="0">
                <a:latin typeface="Arial" panose="020B0604020202020204" pitchFamily="34" charset="0"/>
              </a:rPr>
              <a:t>Για την δυναμική δρομολόγηση</a:t>
            </a:r>
            <a:r>
              <a:rPr lang="en-US" altLang="el-GR" sz="1800" b="1" dirty="0">
                <a:latin typeface="Arial" panose="020B0604020202020204" pitchFamily="34" charset="0"/>
              </a:rPr>
              <a:t>:</a:t>
            </a:r>
            <a:endParaRPr lang="el-GR" altLang="el-GR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</a:t>
            </a:r>
            <a:r>
              <a:rPr kumimoji="0" lang="el-GR" altLang="el-G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Protocols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AODV (Ad-hoc On-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demand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Distance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Vector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OLSR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l-GR" altLang="el-GR" sz="1800" dirty="0">
                <a:latin typeface="Arial" panose="020B0604020202020204" pitchFamily="34" charset="0"/>
              </a:rPr>
              <a:t>Αποτυχία Σύνδεσης</a:t>
            </a:r>
            <a:r>
              <a:rPr lang="en-US" altLang="el-GR" sz="1800" dirty="0">
                <a:latin typeface="Arial" panose="020B0604020202020204" pitchFamily="34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    Establish a failure through inactive a connection or during the replicate a node.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        Example: Inactivate a point-to-point connection: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 err="1">
                <a:latin typeface="Arial" panose="020B0604020202020204" pitchFamily="34" charset="0"/>
              </a:rPr>
              <a:t>Ptr</a:t>
            </a:r>
            <a:r>
              <a:rPr lang="en-US" altLang="el-GR" sz="1800" dirty="0">
                <a:latin typeface="Arial" panose="020B0604020202020204" pitchFamily="34" charset="0"/>
              </a:rPr>
              <a:t>&lt;Node&gt; node1 = </a:t>
            </a:r>
            <a:r>
              <a:rPr lang="en-US" altLang="el-GR" sz="1800" dirty="0" err="1">
                <a:latin typeface="Arial" panose="020B0604020202020204" pitchFamily="34" charset="0"/>
              </a:rPr>
              <a:t>nodes.Get</a:t>
            </a:r>
            <a:r>
              <a:rPr lang="en-US" altLang="el-GR" sz="1800" dirty="0">
                <a:latin typeface="Arial" panose="020B0604020202020204" pitchFamily="34" charset="0"/>
              </a:rPr>
              <a:t>(0);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5832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E66595A6-5DE1-4ACA-B46C-1C05847A53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421599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/>
              <a:t>https://ns3-code.com/how-to-begin-implement-dynamic-routing-in-ns3/</a:t>
            </a:r>
            <a:endParaRPr lang="el-GR" sz="4800" dirty="0"/>
          </a:p>
          <a:p>
            <a:endParaRPr lang="el-GR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l-GR" sz="4800" dirty="0">
                <a:hlinkClick r:id="rId9" tooltip="https://networksimulationtools.com/how-to-run-netanim-in-ns3/"/>
              </a:rPr>
              <a:t>[</a:t>
            </a:r>
            <a:r>
              <a:rPr lang="en-US" sz="4800" dirty="0">
                <a:hlinkClick r:id="rId9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16c05727-aa75-4e4a-9b5f-8a80a1165891"/>
    <ds:schemaRef ds:uri="http://www.w3.org/XML/1998/namespace"/>
    <ds:schemaRef ds:uri="http://purl.org/dc/terms/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71af3243-3dd4-4a8d-8c0d-dd76da1f02a5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350</TotalTime>
  <Words>698</Words>
  <Application>Microsoft Office PowerPoint</Application>
  <PresentationFormat>Ευρεία οθόνη</PresentationFormat>
  <Paragraphs>85</Paragraphs>
  <Slides>13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13</vt:i4>
      </vt:variant>
    </vt:vector>
  </HeadingPairs>
  <TitlesOfParts>
    <vt:vector size="18" baseType="lpstr">
      <vt:lpstr>Arial</vt:lpstr>
      <vt:lpstr>Calibri</vt:lpstr>
      <vt:lpstr>Tw Cen MT</vt:lpstr>
      <vt:lpstr>Wingdings 3</vt:lpstr>
      <vt:lpstr>Ολοκλήρωμα</vt:lpstr>
      <vt:lpstr>ΠΡΟΣΟΜΟΙΩΣΗ ΔΙΚΤΥΟΥ ΜΕ NS-3</vt:lpstr>
      <vt:lpstr>Κυριο θεμα της εργασιασ (1)</vt:lpstr>
      <vt:lpstr>Κυριο θεμα της εργασιασ (2)</vt:lpstr>
      <vt:lpstr>Κυριο θεμα της εργασιασ (3)</vt:lpstr>
      <vt:lpstr>ΒΗΜΑΤΑ ΥΛΟΠΟΙΗΣΗΣ ΤΗΣ ΕΡΓΑΣΙΑΣ (1)</vt:lpstr>
      <vt:lpstr>ΒΗΜΑΤΑ ΥΛΟΠΟΙΗΣΗΣ ΤΗΣ ΕΡΓΑΣΙΑΣ (2)</vt:lpstr>
      <vt:lpstr>Παρουσίαση του PowerPoint</vt:lpstr>
      <vt:lpstr>αποτελεσματα του ερωτηματοσ 1 </vt:lpstr>
      <vt:lpstr>ΔΕΔΟΜΕΝΑ ΓΙΑ ΤΟ ΕΡΩΤΗΜΑ 2(1)</vt:lpstr>
      <vt:lpstr>ΔΕΔΟΜΕΝΑ ΓΙΑ ΤΟ ΕΡΩΤΗΜΑ 2(2)</vt:lpstr>
      <vt:lpstr>ΑΠΟΤΕΛΕΣΜΑΤΑ ΤΟΥ ΕΡΩΤΗΜΑΤΟΣ 2</vt:lpstr>
      <vt:lpstr>github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83</cp:revision>
  <dcterms:created xsi:type="dcterms:W3CDTF">2025-10-19T19:42:56Z</dcterms:created>
  <dcterms:modified xsi:type="dcterms:W3CDTF">2025-11-04T15:18:57Z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