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56" r:id="rId5"/>
    <p:sldId id="277" r:id="rId6"/>
    <p:sldId id="279" r:id="rId7"/>
    <p:sldId id="282" r:id="rId8"/>
    <p:sldId id="278" r:id="rId9"/>
    <p:sldId id="281" r:id="rId10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395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30/10/2025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30/10/2025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4" Type="http://schemas.openxmlformats.org/officeDocument/2006/relationships/hyperlink" Target="https://www.nsnam.org/docs/tutorial/html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b="1" dirty="0"/>
              <a:t>Κυριο θεμα της εργασιασ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Προσομοιώσαμε την λειτουργία μιας σύνδεσης </a:t>
            </a:r>
            <a:r>
              <a:rPr lang="en-US" dirty="0"/>
              <a:t> point to point </a:t>
            </a:r>
            <a:r>
              <a:rPr lang="el-GR" dirty="0"/>
              <a:t>στην οποία στέλνονται πακέτα από το έναν κόμβο στον άλλον.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Η μετάδοση αυτή έγινε με την τεχνική του </a:t>
            </a:r>
            <a:r>
              <a:rPr lang="en-US" dirty="0"/>
              <a:t>UDP-echo (more info about UDP-echo</a:t>
            </a:r>
            <a:r>
              <a:rPr lang="el-GR" dirty="0"/>
              <a:t> :</a:t>
            </a:r>
            <a:br>
              <a:rPr lang="el-GR" dirty="0"/>
            </a:b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destination and waiting for the destination to send it back</a:t>
            </a:r>
            <a:r>
              <a:rPr lang="el-GR" dirty="0"/>
              <a:t>» ).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Έχουμε 2 </a:t>
            </a:r>
            <a:r>
              <a:rPr lang="en-US" dirty="0"/>
              <a:t>servers </a:t>
            </a:r>
            <a:r>
              <a:rPr lang="el-GR" dirty="0"/>
              <a:t>(κόμβος 1) που εξυπηρετούν 2 πελάτες (κόμβος 0)</a:t>
            </a:r>
            <a:r>
              <a:rPr lang="en-US" dirty="0"/>
              <a:t>.</a:t>
            </a:r>
            <a:r>
              <a:rPr lang="el-GR" dirty="0"/>
              <a:t> Στην διάταξη αυτή, οι πελάτες παίρνουν διευθύνσεις από τους </a:t>
            </a:r>
            <a:r>
              <a:rPr lang="en-US" dirty="0"/>
              <a:t>servers</a:t>
            </a:r>
            <a:r>
              <a:rPr lang="el-GR" dirty="0"/>
              <a:t> αφού πρώτα  εγκαθιδρυθεί η σύνδεση μεταξύ τους.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ΒΗΜΑΤΑ ΥΛΟΠΟΙΗΣΗΣ ΤΗΣ ΕΡΓΑΣΙΑΣ</a:t>
            </a:r>
            <a:r>
              <a:rPr lang="en-US" b="1" dirty="0"/>
              <a:t> (1)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l-GR" dirty="0"/>
              <a:t>Χρησιμοποιήσαμε τα εξής εργαλεία για την υλοποίηση της άσκησης :</a:t>
            </a:r>
            <a:br>
              <a:rPr lang="el-GR" dirty="0"/>
            </a:br>
            <a:r>
              <a:rPr lang="el-GR" dirty="0"/>
              <a:t>	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VMware Workstation Pro</a:t>
            </a:r>
            <a:r>
              <a:rPr lang="el-GR" dirty="0"/>
              <a:t> για το </a:t>
            </a:r>
            <a:r>
              <a:rPr lang="en-US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Discord </a:t>
            </a:r>
            <a:r>
              <a:rPr lang="el-GR" dirty="0"/>
              <a:t>για την επικοινωνία και συγχρονισμό των μελών της ομάδας.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3179" y="4618275"/>
            <a:ext cx="2119364" cy="2119364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91" y="4316772"/>
            <a:ext cx="2722370" cy="2722370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5040" y="4777844"/>
            <a:ext cx="2543175" cy="180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338942"/>
          </a:xfrm>
        </p:spPr>
        <p:txBody>
          <a:bodyPr/>
          <a:lstStyle/>
          <a:p>
            <a:r>
              <a:rPr lang="el-GR" b="1" dirty="0"/>
              <a:t>ΒΗΜΑΤΑ ΥΛΟΠΟΙΗΣΗΣ ΤΗΣ ΕΡΓΑΣΙΑΣ</a:t>
            </a:r>
            <a:r>
              <a:rPr lang="en-US" b="1" dirty="0"/>
              <a:t> (</a:t>
            </a:r>
            <a:r>
              <a:rPr lang="el-GR" b="1" dirty="0"/>
              <a:t>2</a:t>
            </a:r>
            <a:r>
              <a:rPr lang="en-US" b="1" dirty="0"/>
              <a:t>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882" y="2898459"/>
            <a:ext cx="4749282" cy="3008005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sz="2000" dirty="0"/>
              <a:t>Μελετήσαμε την βιβλιογραφία του </a:t>
            </a:r>
            <a:r>
              <a:rPr lang="en-US" sz="2000" dirty="0"/>
              <a:t>NS-3</a:t>
            </a:r>
            <a:r>
              <a:rPr lang="el-GR" sz="2000" dirty="0"/>
              <a:t> και πιο συγκεκριμένα το  </a:t>
            </a:r>
            <a:r>
              <a:rPr lang="en-US" sz="2000" dirty="0"/>
              <a:t>“ns-3 tutorial” </a:t>
            </a:r>
            <a:r>
              <a:rPr lang="el-GR" sz="2000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sz="2000" dirty="0"/>
              <a:t>Στην συνέχεια ανατρέξαμε στο </a:t>
            </a:r>
            <a:r>
              <a:rPr lang="en-US" sz="2000" dirty="0"/>
              <a:t>“ns-3 Model Library” </a:t>
            </a:r>
            <a:r>
              <a:rPr lang="el-GR" sz="2000" dirty="0"/>
              <a:t>για διασαφηνίσουμε κάποιες έννοιες που αναφέρονταν στην εργασία.</a:t>
            </a:r>
            <a:br>
              <a:rPr lang="en-US" sz="2000" dirty="0"/>
            </a:br>
            <a:endParaRPr lang="el-GR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710" y="1924158"/>
            <a:ext cx="5483290" cy="49566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anchor="ctr">
            <a:normAutofit/>
          </a:bodyPr>
          <a:lstStyle/>
          <a:p>
            <a:r>
              <a:rPr lang="el-GR" sz="3500" b="1" dirty="0"/>
              <a:t>δεδομενΑ και αποτελεσματα του ερωτηματοσ 1</a:t>
            </a:r>
            <a:br>
              <a:rPr lang="el-GR" sz="3500" dirty="0"/>
            </a:br>
            <a:endParaRPr lang="el-GR" sz="35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1698171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286000"/>
            <a:ext cx="3881535" cy="402336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08310"/>
          </a:xfrm>
        </p:spPr>
        <p:txBody>
          <a:bodyPr>
            <a:normAutofit fontScale="77500" lnSpcReduction="20000"/>
          </a:bodyPr>
          <a:lstStyle/>
          <a:p>
            <a:r>
              <a:rPr lang="el-GR" sz="2600" dirty="0"/>
              <a:t>Από τα εξής </a:t>
            </a:r>
            <a:r>
              <a:rPr lang="en-US" sz="2600" dirty="0"/>
              <a:t>link</a:t>
            </a:r>
            <a:r>
              <a:rPr lang="el-GR" sz="2600" dirty="0"/>
              <a:t>:</a:t>
            </a:r>
            <a:br>
              <a:rPr lang="en-US" dirty="0"/>
            </a:br>
            <a:br>
              <a:rPr lang="en-US" sz="2600" dirty="0"/>
            </a:br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113</TotalTime>
  <Words>336</Words>
  <Application>Microsoft Office PowerPoint</Application>
  <PresentationFormat>Widescreen</PresentationFormat>
  <Paragraphs>27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Tw Cen MT</vt:lpstr>
      <vt:lpstr>Wingdings 3</vt:lpstr>
      <vt:lpstr>Ολοκλήρωμα</vt:lpstr>
      <vt:lpstr>ΠΡΟΣΟΜΟΙΩΣΗ ΔΙΚΤΥΟΥ ΜΕ NS-3</vt:lpstr>
      <vt:lpstr>Κυριο θεμα της εργασιασ</vt:lpstr>
      <vt:lpstr>ΒΗΜΑΤΑ ΥΛΟΠΟΙΗΣΗΣ ΤΗΣ ΕΡΓΑΣΙΑΣ (1)</vt:lpstr>
      <vt:lpstr>ΒΗΜΑΤΑ ΥΛΟΠΟΙΗΣΗΣ ΤΗΣ ΕΡΓΑΣΙΑΣ (2)</vt:lpstr>
      <vt:lpstr>δεδομενΑ και αποτελεσματα του ερωτηματοσ 1 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/>
  <cp:lastModifiedBy>kostas gillis</cp:lastModifiedBy>
  <cp:revision>32</cp:revision>
  <dcterms:created xsi:type="dcterms:W3CDTF">2025-10-19T19:42:56Z</dcterms:created>
  <dcterms:modified xsi:type="dcterms:W3CDTF">2025-10-30T11:04:01Z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