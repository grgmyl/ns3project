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87" r:id="rId12"/>
    <p:sldId id="290" r:id="rId13"/>
    <p:sldId id="286" r:id="rId14"/>
    <p:sldId id="291" r:id="rId15"/>
    <p:sldId id="288" r:id="rId16"/>
    <p:sldId id="281" r:id="rId17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85" d="100"/>
          <a:sy n="85" d="100"/>
        </p:scale>
        <p:origin x="5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12/11/2025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</a:t>
            </a:r>
            <a:r>
              <a:rPr lang="el-GR" sz="4800" b="1" dirty="0" err="1"/>
              <a:t>Κυριο</a:t>
            </a:r>
            <a:r>
              <a:rPr lang="el-GR" sz="4800" b="1" dirty="0"/>
              <a:t> θεμα της εργασιασ 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destination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br>
              <a:rPr lang="el-GR" sz="2000" dirty="0"/>
            </a:br>
            <a:r>
              <a:rPr lang="el-GR" sz="2000" dirty="0"/>
              <a:t>	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 err="1"/>
              <a:t>github</a:t>
            </a:r>
            <a:r>
              <a:rPr lang="en-US" sz="2000" dirty="0"/>
              <a:t>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/>
              <a:t>Drawio</a:t>
            </a:r>
            <a:r>
              <a:rPr lang="en-US" sz="2000" dirty="0"/>
              <a:t>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669" y="4618272"/>
            <a:ext cx="2119364" cy="2119364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849" y="4316769"/>
            <a:ext cx="2722370" cy="2722370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456" y="4698587"/>
            <a:ext cx="2543175" cy="180022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8120" y="4857097"/>
            <a:ext cx="2918604" cy="164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2765385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 err="1"/>
              <a:t>Υλοποιηση</a:t>
            </a:r>
            <a:r>
              <a:rPr lang="el-GR" sz="4800" b="1" dirty="0"/>
              <a:t> του </a:t>
            </a:r>
            <a:r>
              <a:rPr lang="el-GR" sz="4800" b="1" dirty="0" err="1"/>
              <a:t>ΕΡΩΤΗΜΑτοσ</a:t>
            </a:r>
            <a:r>
              <a:rPr lang="el-GR" sz="4800" b="1" dirty="0"/>
              <a:t>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/>
              <a:t>1.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2.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 err="1"/>
              <a:t>λοποιήθηκαν</a:t>
            </a:r>
            <a:r>
              <a:rPr lang="el-GR" sz="2000" dirty="0"/>
              <a:t>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3.T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1074429"/>
            <a:ext cx="9453318" cy="6767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δεδομενΑ για το ερωτημα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</a:t>
            </a:r>
            <a:r>
              <a:rPr lang="en-US" dirty="0"/>
              <a:t>C++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των  βιβλιοθηκών </a:t>
            </a:r>
            <a:r>
              <a:rPr lang="en-US" dirty="0"/>
              <a:t>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 marL="0" indent="0">
              <a:buNone/>
            </a:pPr>
            <a:r>
              <a:rPr lang="el-GR" dirty="0"/>
              <a:t>+ </a:t>
            </a:r>
            <a:r>
              <a:rPr lang="el-GR" dirty="0" err="1"/>
              <a:t>καποιο</a:t>
            </a:r>
            <a:r>
              <a:rPr lang="el-GR" dirty="0"/>
              <a:t> </a:t>
            </a:r>
            <a:r>
              <a:rPr lang="el-GR" dirty="0" err="1"/>
              <a:t>διαγραμμα</a:t>
            </a:r>
            <a:r>
              <a:rPr lang="el-GR" dirty="0"/>
              <a:t>?</a:t>
            </a:r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66" y="3003954"/>
            <a:ext cx="3476927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ΔΕΔΟΜΕΝΑ ΓΙΑ ΤΟ ΕΡΩΤΗΜΑ 2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48DBDB-F5BE-4294-BA1E-2FB5A71F5C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1652" y="1443844"/>
            <a:ext cx="1024622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Επιλέξαμ</a:t>
            </a:r>
            <a:r>
              <a:rPr lang="el-GR" altLang="el-GR" sz="1800" dirty="0">
                <a:latin typeface="Arial" panose="020B0604020202020204" pitchFamily="34" charset="0"/>
              </a:rPr>
              <a:t>ε την δυναμική δρομολόγηση 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OLSR (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Optimized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Link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Routing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>
                <a:latin typeface="Arial" panose="020B0604020202020204" pitchFamily="34" charset="0"/>
              </a:rPr>
              <a:t>Επιπλέον,</a:t>
            </a:r>
            <a:r>
              <a:rPr lang="en-US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>
                <a:latin typeface="Arial" panose="020B0604020202020204" pitchFamily="34" charset="0"/>
              </a:rPr>
              <a:t>συμπεριλάβαμε τα </a:t>
            </a:r>
            <a:r>
              <a:rPr lang="en-US" altLang="el-GR" sz="1800" dirty="0">
                <a:latin typeface="Arial" panose="020B0604020202020204" pitchFamily="34" charset="0"/>
              </a:rPr>
              <a:t>module </a:t>
            </a:r>
            <a:r>
              <a:rPr lang="en-US" altLang="el-GR" sz="1800" dirty="0" err="1">
                <a:latin typeface="Arial" panose="020B0604020202020204" pitchFamily="34" charset="0"/>
              </a:rPr>
              <a:t>olsr-helper.h</a:t>
            </a:r>
            <a:r>
              <a:rPr lang="en-US" altLang="el-GR" sz="1800" dirty="0">
                <a:latin typeface="Arial" panose="020B0604020202020204" pitchFamily="34" charset="0"/>
              </a:rPr>
              <a:t>, ns3/applications-</a:t>
            </a:r>
            <a:r>
              <a:rPr lang="en-US" altLang="el-GR" sz="1800" dirty="0" err="1">
                <a:latin typeface="Arial" panose="020B0604020202020204" pitchFamily="34" charset="0"/>
              </a:rPr>
              <a:t>module.h</a:t>
            </a:r>
            <a:r>
              <a:rPr lang="en-US" altLang="el-GR" sz="1800" dirty="0">
                <a:latin typeface="Arial" panose="020B0604020202020204" pitchFamily="34" charset="0"/>
              </a:rPr>
              <a:t>, internet-</a:t>
            </a:r>
            <a:r>
              <a:rPr lang="en-US" altLang="el-GR" sz="1800" dirty="0" err="1">
                <a:latin typeface="Arial" panose="020B0604020202020204" pitchFamily="34" charset="0"/>
              </a:rPr>
              <a:t>module.h</a:t>
            </a:r>
            <a:r>
              <a:rPr lang="en-US" altLang="el-GR" sz="1800" dirty="0">
                <a:latin typeface="Arial" panose="020B0604020202020204" pitchFamily="34" charset="0"/>
              </a:rPr>
              <a:t>.</a:t>
            </a: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5832"/>
          </a:xfrm>
        </p:spPr>
        <p:txBody>
          <a:bodyPr/>
          <a:lstStyle/>
          <a:p>
            <a:r>
              <a:rPr lang="el-GR" b="1" dirty="0"/>
              <a:t>ΑΠΟΤΕΛΕΣΜΑΤΑ ΤΟΥ ΕΡΩΤΗΜΑΤΟΣ 2(1)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r>
              <a:rPr lang="fr-FR" dirty="0"/>
              <a:t>double </a:t>
            </a:r>
            <a:r>
              <a:rPr lang="fr-FR" b="1" dirty="0" err="1"/>
              <a:t>failDownAt</a:t>
            </a:r>
            <a:r>
              <a:rPr lang="fr-FR" b="1" dirty="0"/>
              <a:t>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</a:t>
            </a:r>
            <a:r>
              <a:rPr lang="fr-FR" b="1" dirty="0" err="1"/>
              <a:t>failUpAt</a:t>
            </a:r>
            <a:r>
              <a:rPr lang="fr-FR" b="1" dirty="0"/>
              <a:t>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4AC1203-DE96-4B6F-8CA4-2F60F7F5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ΑΠΟΤΕΛΕΣΜΑΤΑ ΤΟΥ ΕΡΩΤΗΜΑΤΟΣ 2(2)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ACBCB00-2F20-4477-BDCC-021A102AB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r>
              <a:rPr lang="en-US" b="1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</a:t>
            </a:r>
            <a:r>
              <a:rPr lang="el-GR" b="1" dirty="0"/>
              <a:t>8</a:t>
            </a:r>
            <a:r>
              <a:rPr lang="en-US" b="1" dirty="0"/>
              <a:t>.0; </a:t>
            </a:r>
            <a:r>
              <a:rPr lang="en-US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  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ACDCA8BA-760A-4DEE-AA1B-0DC480EDDC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5368E1DB-74DB-4CCE-94F2-53719AEDB8D7}"/>
              </a:ext>
            </a:extLst>
          </p:cNvPr>
          <p:cNvSpPr/>
          <p:nvPr/>
        </p:nvSpPr>
        <p:spPr>
          <a:xfrm>
            <a:off x="7099738" y="3849839"/>
            <a:ext cx="425931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διαδρομής.</a:t>
            </a:r>
          </a:p>
        </p:txBody>
      </p:sp>
    </p:spTree>
    <p:extLst>
      <p:ext uri="{BB962C8B-B14F-4D97-AF65-F5344CB8AC3E}">
        <p14:creationId xmlns:p14="http://schemas.microsoft.com/office/powerpoint/2010/main" val="398091013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l-GR" dirty="0"/>
              <a:t> </a:t>
            </a:r>
            <a:r>
              <a:rPr lang="en-US" dirty="0"/>
              <a:t>link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861963" cy="4023360"/>
          </a:xfrm>
        </p:spPr>
        <p:txBody>
          <a:bodyPr/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hlinkClick r:id="rId8" tooltip="https://ns3-code.com/how-to-begin-implement-network-failover-in-ns3/"/>
              </a:rPr>
              <a:t>https://ns3-code.com/how-to-begin-implement-network-failover-in-ns3/</a:t>
            </a:r>
            <a:endParaRPr lang="en-US" sz="4800" dirty="0"/>
          </a:p>
          <a:p>
            <a:r>
              <a:rPr lang="en-US" sz="4800" dirty="0">
                <a:hlinkClick r:id="rId9"/>
              </a:rPr>
              <a:t>https://ns3-code.com/how-to-begin-implement-dynamic-routing-in-ns3/</a:t>
            </a:r>
            <a:endParaRPr lang="en-US" sz="4800" dirty="0"/>
          </a:p>
          <a:p>
            <a:r>
              <a:rPr lang="el-GR" sz="4800" dirty="0">
                <a:hlinkClick r:id="rId10" tooltip="https://networksimulationtools.com/how-to-run-netanim-in-ns3/"/>
              </a:rPr>
              <a:t>[</a:t>
            </a:r>
            <a:r>
              <a:rPr lang="en-US" sz="4800" dirty="0">
                <a:hlinkClick r:id="rId10" tooltip="https://networksimulationtools.com/how-to-run-netanim-in-ns3/"/>
              </a:rPr>
              <a:t>https://networksimulationtools.com/how-to-run-netanim-in-ns3/</a:t>
            </a:r>
            <a:r>
              <a:rPr lang="el-GR" sz="4800" dirty="0"/>
              <a:t>]</a:t>
            </a:r>
            <a:endParaRPr lang="en-US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443</TotalTime>
  <Words>701</Words>
  <Application>Microsoft Office PowerPoint</Application>
  <PresentationFormat>Ευρεία οθόνη</PresentationFormat>
  <Paragraphs>80</Paragraphs>
  <Slides>13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13</vt:i4>
      </vt:variant>
    </vt:vector>
  </HeadingPairs>
  <TitlesOfParts>
    <vt:vector size="19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 (1)</vt:lpstr>
      <vt:lpstr>ΒΗΜΑΤΑ ΥΛΟΠΟΙΗΣΗΣ ΤΗΣ ΕΡΓΑΣΙΑΣ (1)</vt:lpstr>
      <vt:lpstr>ΒΗΜΑΤΑ ΥΛΟΠΟΙΗΣΗΣ ΤΗΣ ΕΡΓΑΣΙΑΣ (2)</vt:lpstr>
      <vt:lpstr>Υλοποιηση του ΕΡΩΤΗΜΑτοσ 1</vt:lpstr>
      <vt:lpstr>Παρουσίαση του PowerPoint</vt:lpstr>
      <vt:lpstr>αποτελεσματα του ερωτηματοσ 1 </vt:lpstr>
      <vt:lpstr>ΥΛΟΠΟΙΗΣΗ ΤΟΥ ΕΡΩΤΗΜΑΤΟΣ 2</vt:lpstr>
      <vt:lpstr>ΔΕΔΟΜΕΝΑ ΓΙΑ ΤΟ ΕΡΩΤΗΜΑ 2</vt:lpstr>
      <vt:lpstr>ΑΠΟΤΕΛΕΣΜΑΤΑ ΤΟΥ ΕΡΩΤΗΜΑΤΟΣ 2(1)</vt:lpstr>
      <vt:lpstr>ΑΠΟΤΕΛΕΣΜΑΤΑ ΤΟΥ ΕΡΩΤΗΜΑΤΟΣ 2(2)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124</cp:revision>
  <dcterms:created xsi:type="dcterms:W3CDTF">2025-10-19T19:42:56Z</dcterms:created>
  <dcterms:modified xsi:type="dcterms:W3CDTF">2025-11-12T11:10:38Z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