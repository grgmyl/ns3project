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77" r:id="rId6"/>
    <p:sldId id="284" r:id="rId7"/>
    <p:sldId id="279" r:id="rId8"/>
    <p:sldId id="282" r:id="rId9"/>
    <p:sldId id="283" r:id="rId10"/>
    <p:sldId id="278" r:id="rId11"/>
    <p:sldId id="281" r:id="rId12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3/11/2025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3/11/2025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4" Type="http://schemas.openxmlformats.org/officeDocument/2006/relationships/hyperlink" Target="https://www.nsnam.org/docs/tutorial/htm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Προσομοίωση λειτουργίας μιας σύνδεσης </a:t>
            </a:r>
            <a:r>
              <a:rPr lang="en-US" dirty="0"/>
              <a:t> point to point </a:t>
            </a:r>
            <a:r>
              <a:rPr lang="el-GR" dirty="0"/>
              <a:t>χρησιμοποιώντας το </a:t>
            </a:r>
            <a:r>
              <a:rPr lang="en-US" dirty="0"/>
              <a:t>NS-3</a:t>
            </a:r>
            <a:r>
              <a:rPr lang="el-GR" dirty="0"/>
              <a:t>, στην οποία στέλνονται πακέτα από το έναν κόμβο στον άλλον </a:t>
            </a:r>
          </a:p>
          <a:p>
            <a:pPr marL="0" indent="0" algn="just">
              <a:buNone/>
            </a:pPr>
            <a:endParaRPr lang="en-US" sz="1200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H </a:t>
            </a:r>
            <a:r>
              <a:rPr lang="el-GR" dirty="0"/>
              <a:t>προσομοίωση θα χωρίζεται βασικά σε δύο μέρη </a:t>
            </a:r>
            <a:r>
              <a:rPr lang="en-US" dirty="0"/>
              <a:t>:</a:t>
            </a:r>
            <a:endParaRPr lang="el-GR" dirty="0"/>
          </a:p>
          <a:p>
            <a:pPr marL="0" indent="0">
              <a:buNone/>
            </a:pPr>
            <a:endParaRPr lang="en-US" sz="1000" dirty="0"/>
          </a:p>
          <a:p>
            <a:pPr marL="173736" lvl="1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(2)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241" y="2182483"/>
            <a:ext cx="11457992" cy="36144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τα δύο μέρη της εργασίας </a:t>
            </a:r>
            <a:r>
              <a:rPr lang="en-US" dirty="0"/>
              <a:t>:</a:t>
            </a:r>
            <a:endParaRPr lang="el-GR" dirty="0"/>
          </a:p>
          <a:p>
            <a:pPr marL="457200" indent="-457200">
              <a:buFont typeface="+mj-lt"/>
              <a:buAutoNum type="arabicPeriod"/>
            </a:pPr>
            <a:r>
              <a:rPr lang="el-GR" sz="2000" dirty="0"/>
              <a:t>Στην προσομοίωση σημείο</a:t>
            </a:r>
            <a:r>
              <a:rPr lang="en-US" sz="2000" dirty="0"/>
              <a:t> </a:t>
            </a:r>
            <a:r>
              <a:rPr lang="el-GR" sz="2000" dirty="0"/>
              <a:t>προς</a:t>
            </a:r>
            <a:r>
              <a:rPr lang="en-US" sz="2000" dirty="0"/>
              <a:t> </a:t>
            </a:r>
            <a:r>
              <a:rPr lang="el-GR" sz="2000" dirty="0"/>
              <a:t>σημείο δημιουργείται μια προσομοίωση με 2 κόμβους. 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l-GR" sz="2000" dirty="0"/>
          </a:p>
          <a:p>
            <a:pPr marL="457200" indent="-457200">
              <a:buFont typeface="+mj-lt"/>
              <a:buAutoNum type="arabicPeriod"/>
            </a:pPr>
            <a:r>
              <a:rPr lang="el-GR" sz="2000" dirty="0"/>
              <a:t> Τέλος, υλοποιήθηκαν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l-GR" sz="2000" dirty="0"/>
          </a:p>
          <a:p>
            <a:pPr marL="457200" indent="-457200">
              <a:buFont typeface="+mj-lt"/>
              <a:buAutoNum type="arabicPeriod"/>
            </a:pPr>
            <a:r>
              <a:rPr lang="el-GR" sz="2000" dirty="0"/>
              <a:t>Εκτέλεση της προσομοίωσης και καταγραφή των δεδομένων ροής με χρήση </a:t>
            </a:r>
            <a:r>
              <a:rPr lang="en-US" sz="2000" dirty="0"/>
              <a:t>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/>
          <a:lstStyle/>
          <a:p>
            <a:r>
              <a:rPr lang="el-GR" sz="4800" b="1" dirty="0"/>
              <a:t>ΒΗΜΑΤΑ</a:t>
            </a:r>
            <a:r>
              <a:rPr lang="el-GR" b="1" dirty="0"/>
              <a:t> ΥΛΟΠΟΙΗΣΗΣ ΤΗΣ ΕΡΓΑΣΙΑΣ</a:t>
            </a:r>
            <a:r>
              <a:rPr lang="en-US" b="1" dirty="0"/>
              <a:t> 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220683"/>
            <a:ext cx="9720073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Χρησιμοποιήσαμε τα εξής εργαλεία για την υλοποίηση της άσκησης :</a:t>
            </a:r>
            <a:br>
              <a:rPr lang="el-GR" dirty="0"/>
            </a:br>
            <a:r>
              <a:rPr lang="el-GR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VMware Workstation Pro</a:t>
            </a:r>
            <a:r>
              <a:rPr lang="el-GR" dirty="0"/>
              <a:t> για το </a:t>
            </a:r>
            <a:r>
              <a:rPr lang="en-US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Discord </a:t>
            </a:r>
            <a:r>
              <a:rPr lang="el-GR" dirty="0"/>
              <a:t>και </a:t>
            </a:r>
            <a:r>
              <a:rPr lang="en-US" dirty="0"/>
              <a:t>GitHub </a:t>
            </a:r>
            <a:r>
              <a:rPr lang="el-GR" dirty="0"/>
              <a:t>για την επικοινωνία και τον συγχρονισμό των μελών της ομάδας.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617" y="4618273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42" y="4316771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5" y="4777843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99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1357594" cy="1338942"/>
          </a:xfrm>
        </p:spPr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</a:t>
            </a:r>
            <a:r>
              <a:rPr lang="el-GR" b="1" dirty="0"/>
              <a:t>2</a:t>
            </a:r>
            <a:r>
              <a:rPr lang="en-US" b="1" dirty="0"/>
              <a:t>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1" y="2319962"/>
            <a:ext cx="6587413" cy="4204749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 </a:t>
            </a:r>
            <a:r>
              <a:rPr lang="el-GR" dirty="0"/>
              <a:t>σε αρχικό στάδιο με ελλειπές υλικό για την ώρα (γι</a:t>
            </a:r>
            <a:r>
              <a:rPr lang="en-US" dirty="0"/>
              <a:t>’</a:t>
            </a:r>
            <a:r>
              <a:rPr lang="el-GR" dirty="0"/>
              <a:t>αυτό και </a:t>
            </a:r>
            <a:r>
              <a:rPr lang="en-US" dirty="0"/>
              <a:t>private)</a:t>
            </a:r>
            <a:r>
              <a:rPr lang="el-GR" dirty="0"/>
              <a:t> και με στόχο να γίνει </a:t>
            </a:r>
            <a:r>
              <a:rPr lang="en-US" dirty="0"/>
              <a:t>public </a:t>
            </a:r>
            <a:r>
              <a:rPr lang="el-GR" dirty="0"/>
              <a:t>όταν ολοκληρωθεί.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169817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08310"/>
          </a:xfrm>
        </p:spPr>
        <p:txBody>
          <a:bodyPr>
            <a:normAutofit fontScale="77500" lnSpcReduction="20000"/>
          </a:bodyPr>
          <a:lstStyle/>
          <a:p>
            <a:r>
              <a:rPr lang="el-GR" sz="2600" dirty="0"/>
              <a:t>Από τα εξής </a:t>
            </a:r>
            <a:r>
              <a:rPr lang="en-US" sz="2600" dirty="0"/>
              <a:t>link</a:t>
            </a:r>
            <a:r>
              <a:rPr lang="el-GR" sz="2600" dirty="0"/>
              <a:t>:</a:t>
            </a:r>
            <a:br>
              <a:rPr lang="en-US" dirty="0"/>
            </a:br>
            <a:br>
              <a:rPr lang="en-US" sz="2600" dirty="0"/>
            </a:br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6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276</TotalTime>
  <Words>548</Words>
  <Application>Microsoft Office PowerPoint</Application>
  <PresentationFormat>Widescreen</PresentationFormat>
  <Paragraphs>46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Tw Cen MT</vt:lpstr>
      <vt:lpstr>Wingdings 3</vt:lpstr>
      <vt:lpstr>Ολοκλήρωμα</vt:lpstr>
      <vt:lpstr>ΠΡΟΣΟΜΟΙΩΣΗ ΔΙΚΤΥΟΥ ΜΕ NS-3</vt:lpstr>
      <vt:lpstr>Κυριο θεμα της εργασιασ (1)</vt:lpstr>
      <vt:lpstr>Κυριο θεμα της εργασιασ (2)</vt:lpstr>
      <vt:lpstr>ΒΗΜΑΤΑ ΥΛΟΠΟΙΗΣΗΣ ΤΗΣ ΕΡΓΑΣΙΑΣ (1)</vt:lpstr>
      <vt:lpstr>ΒΗΜΑΤΑ ΥΛΟΠΟΙΗΣΗΣ ΤΗΣ ΕΡΓΑΣΙΑΣ (2)</vt:lpstr>
      <vt:lpstr>PowerPoint Presentation</vt:lpstr>
      <vt:lpstr>αποτελεσματα του ερωτηματοσ 1 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kostas gillis</cp:lastModifiedBy>
  <cp:revision>48</cp:revision>
  <dcterms:created xsi:type="dcterms:W3CDTF">2025-10-19T19:42:56Z</dcterms:created>
  <dcterms:modified xsi:type="dcterms:W3CDTF">2025-11-02T23:11:32Z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